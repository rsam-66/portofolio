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6263-14AE-16A2-0128-938CC0B6E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2C32C-3586-C4BA-0481-C5D101550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7159-18B0-189D-0E17-BB123281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928EA-CD83-57FF-386B-0AE20982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7286E-AB20-A8E1-C3E5-BA71EA03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876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4912-3B63-82D9-2AB6-F3909BDE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30F1-C10B-A741-36F5-49F7F3D9B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CA1EC-E35F-6D98-6A18-BF3FA264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91F50-87A1-06C8-E0E9-59533381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68704-90A4-A9B2-9D13-75114414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015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A163-9B3E-B0D5-6246-8A5EB7E6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63DC4-0735-3BB8-4663-EC4615F35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BDA87-553A-559A-ADD6-09A39FF6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2C7C-45C2-C12C-BDC7-73E2712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67BD-EF81-EF04-135B-15367482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925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8A91-0289-078E-A796-70B891FF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76C66-5080-BBC9-12CF-95612AD19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8E428-E817-8B67-413B-8BBAB12F6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39767-1C92-4626-D014-E6AF33AC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36B9D-9227-5797-171A-42908EB3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C5D19-7D60-DD2A-1A9D-31543D1B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38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36BD-48D6-52E0-783D-6F8A76201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930C-62F8-D41F-F818-909927464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1CF06-EA25-6C5E-2291-3AE3370D3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77F51-DC05-B688-428E-424A7ACCF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073F2-6CC5-8F77-D883-EA8D70449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270CFF-343C-AB6F-D88A-A0779549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DC358-2570-44F9-26F4-9AE880FC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1A317-B7D9-4A65-7007-0A1D13A0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42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9DBC-C943-25DD-02CD-42FE62C4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9465E-3AB4-C03F-AB41-1E44EE2C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D5D0C-3EA2-91D5-BFF5-D39BED21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D5D06-F145-9F2F-41F1-1CA6A0FD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532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95D2F-8153-668D-1E0F-69C49198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38706-EF41-8317-C344-D1D2F3D9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BE312-9575-780D-A1E7-C8B36E02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010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0EF2-EDC9-DAC3-932A-954CCCF5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9562-0DFA-9E17-5655-A6B2AFD4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06C2F-081E-0E2C-4554-E512C71D1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C2C08-3225-FB8C-E3F7-CB22B690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ED78E-D763-141F-8E24-37EDA2C6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F717B-F717-21FE-CE75-74615BD6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236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4920-641A-C3FE-CF05-5540E31EA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4B59D-98D4-CBA3-BE32-A85FDC1D4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AD411-7FD3-8F66-D816-F11DC46AF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252C4-0D38-DCD7-11AF-B47831D9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18A37-8731-205A-B803-B447DDE8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3CD49-BB6B-AF14-ABD4-CFBD292E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06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C71F-DB14-70DE-BFB5-A5B21AF8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B8C46-205F-ABEA-8724-7A7B4C515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BB1D4-98E9-D748-3606-3BE59B43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8F760-62D5-1DE8-AF5A-97062A39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E0374-3DA0-91D5-66E8-1E13CF627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845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72E26-AE66-FA31-75BD-4CEDC9EC4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86FE8-5D65-C086-48BB-424356488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0084F-1547-8BF0-4959-2EE7F6FF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47573-6DD6-436B-FF17-68A9517F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A12B-3A25-7471-E84B-5B1C7523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941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1921D-D475-63C8-6C75-EB1EE4BF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D8A22-F002-7B8D-0135-625C9982B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A7CD9-5AD0-A456-DBBC-4F6F9047F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720A9-085E-41E0-A144-7B01E3AD3401}" type="datetimeFigureOut">
              <a:rPr lang="en-ID" smtClean="0"/>
              <a:t>08/07/2025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CE78-F0DF-F22F-AE1F-9AD06B261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23C9-4D13-BD5B-7B91-D67AA3D46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46D3F-4689-4BC1-A0F3-2F4916A4DD5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323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Fiery Furnace with Shadrach, Meshach and Abednego Kids Bible Story ...">
            <a:extLst>
              <a:ext uri="{FF2B5EF4-FFF2-40B4-BE49-F238E27FC236}">
                <a16:creationId xmlns:a16="http://schemas.microsoft.com/office/drawing/2014/main" id="{32DE3702-FAF6-11A0-E3AC-984054EC4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38" y="681251"/>
            <a:ext cx="8719825" cy="551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94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Nebukadnezar - Christipedia">
            <a:extLst>
              <a:ext uri="{FF2B5EF4-FFF2-40B4-BE49-F238E27FC236}">
                <a16:creationId xmlns:a16="http://schemas.microsoft.com/office/drawing/2014/main" id="{F1DB757F-BAE9-530B-49F9-900E2FEEF1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4106" name="Picture 10" descr="Bowing to Babylon | Bible pictures, Bible art, Bible history">
            <a:extLst>
              <a:ext uri="{FF2B5EF4-FFF2-40B4-BE49-F238E27FC236}">
                <a16:creationId xmlns:a16="http://schemas.microsoft.com/office/drawing/2014/main" id="{12AF5FB0-2AD6-B2AC-ADDB-3AB73717D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5890"/>
            <a:ext cx="5666703" cy="637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90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C572-3A22-1178-56B2-E7FE3FEFA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B00D6-392E-38E9-0BFB-A51BBFF35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026" name="Picture 2" descr="Daniël 3, Sadrach, Mesach &amp; Abed-Nego / Bijbelstudies: Profeten ...">
            <a:extLst>
              <a:ext uri="{FF2B5EF4-FFF2-40B4-BE49-F238E27FC236}">
                <a16:creationId xmlns:a16="http://schemas.microsoft.com/office/drawing/2014/main" id="{09826E1C-681B-907B-5625-1D30F553D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11" y="-1"/>
            <a:ext cx="10609464" cy="686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35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aniël 3, Sadrach, Mesach &amp; Abed-Nego / Bijbelstudies: Profeten ...">
            <a:extLst>
              <a:ext uri="{FF2B5EF4-FFF2-40B4-BE49-F238E27FC236}">
                <a16:creationId xmlns:a16="http://schemas.microsoft.com/office/drawing/2014/main" id="{F7221DC3-E43C-7A67-829E-40E017B62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1" y="463639"/>
            <a:ext cx="10483403" cy="578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413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4F55BB6C-4C37-79A0-621D-FED6F8DA2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87" y="8857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Black Crown,sticker,cartoon PNG Transparent Background And Clipart ...">
            <a:extLst>
              <a:ext uri="{FF2B5EF4-FFF2-40B4-BE49-F238E27FC236}">
                <a16:creationId xmlns:a16="http://schemas.microsoft.com/office/drawing/2014/main" id="{814E4C6D-CD72-09B5-03C5-3161296958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5" name="AutoShape 6" descr="Black Crown,sticker,cartoon PNG Transparent Background And Clipart ...">
            <a:extLst>
              <a:ext uri="{FF2B5EF4-FFF2-40B4-BE49-F238E27FC236}">
                <a16:creationId xmlns:a16="http://schemas.microsoft.com/office/drawing/2014/main" id="{43DF694C-097B-B324-C6C6-E034A615B2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C3F11-BC50-272B-2CBD-41393881F54C}"/>
              </a:ext>
            </a:extLst>
          </p:cNvPr>
          <p:cNvSpPr txBox="1"/>
          <p:nvPr/>
        </p:nvSpPr>
        <p:spPr>
          <a:xfrm>
            <a:off x="942110" y="1177636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DAUD</a:t>
            </a:r>
            <a:endParaRPr lang="en-ID" sz="4000" dirty="0">
              <a:latin typeface="Algerian" panose="04020705040A02060702" pitchFamily="82" charset="0"/>
            </a:endParaRPr>
          </a:p>
        </p:txBody>
      </p:sp>
      <p:pic>
        <p:nvPicPr>
          <p:cNvPr id="7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CC3EE981-3B84-B90A-5161-EEFBF3E79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407" y="3276600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79F449A6-E659-6EBD-E5D8-BACBD7863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031" y="3246654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7DFE49E9-6620-8FF3-42B3-D008EB900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54" y="3267331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02ED8A39-8E53-9082-AB89-03C554E2A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06" y="8857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1F0DE809-4393-0D4B-9EF5-6EC10D600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225" y="0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B01FC31-833B-CDA9-B676-7280B0AB7B15}"/>
              </a:ext>
            </a:extLst>
          </p:cNvPr>
          <p:cNvSpPr/>
          <p:nvPr/>
        </p:nvSpPr>
        <p:spPr>
          <a:xfrm>
            <a:off x="677013" y="2862788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23B5C-9718-E932-CAEA-31A44751465F}"/>
              </a:ext>
            </a:extLst>
          </p:cNvPr>
          <p:cNvSpPr/>
          <p:nvPr/>
        </p:nvSpPr>
        <p:spPr>
          <a:xfrm>
            <a:off x="631712" y="5936414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F94F7E-2A6E-5E90-0D6F-1C6A158DA26A}"/>
              </a:ext>
            </a:extLst>
          </p:cNvPr>
          <p:cNvSpPr/>
          <p:nvPr/>
        </p:nvSpPr>
        <p:spPr>
          <a:xfrm>
            <a:off x="4656322" y="5918239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2CA69-6C31-8019-5EBF-A3EED8C74BE4}"/>
              </a:ext>
            </a:extLst>
          </p:cNvPr>
          <p:cNvSpPr/>
          <p:nvPr/>
        </p:nvSpPr>
        <p:spPr>
          <a:xfrm>
            <a:off x="9040090" y="6007406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950E80-652A-5C87-5D39-DB9ADC0102BF}"/>
              </a:ext>
            </a:extLst>
          </p:cNvPr>
          <p:cNvSpPr/>
          <p:nvPr/>
        </p:nvSpPr>
        <p:spPr>
          <a:xfrm>
            <a:off x="4704812" y="2917294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E63A23-2F52-2830-4B57-2B88E7C8F3F1}"/>
              </a:ext>
            </a:extLst>
          </p:cNvPr>
          <p:cNvSpPr/>
          <p:nvPr/>
        </p:nvSpPr>
        <p:spPr>
          <a:xfrm>
            <a:off x="9040090" y="2933780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F3C05-8197-251B-E6CC-93C2EC2D9344}"/>
              </a:ext>
            </a:extLst>
          </p:cNvPr>
          <p:cNvSpPr txBox="1"/>
          <p:nvPr/>
        </p:nvSpPr>
        <p:spPr>
          <a:xfrm>
            <a:off x="4946670" y="4357385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DAUD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9E059-7601-5961-0429-69F7571FC191}"/>
              </a:ext>
            </a:extLst>
          </p:cNvPr>
          <p:cNvSpPr txBox="1"/>
          <p:nvPr/>
        </p:nvSpPr>
        <p:spPr>
          <a:xfrm>
            <a:off x="9040090" y="4357385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DAUD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2B3335-A1CB-8B00-0A08-91034C29B853}"/>
              </a:ext>
            </a:extLst>
          </p:cNvPr>
          <p:cNvSpPr txBox="1"/>
          <p:nvPr/>
        </p:nvSpPr>
        <p:spPr>
          <a:xfrm>
            <a:off x="1116895" y="4429524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DAUD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1BF2E2-6346-3CA9-3022-AB40618B5303}"/>
              </a:ext>
            </a:extLst>
          </p:cNvPr>
          <p:cNvSpPr txBox="1"/>
          <p:nvPr/>
        </p:nvSpPr>
        <p:spPr>
          <a:xfrm>
            <a:off x="9040090" y="1066667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DAUD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0C86F0-5CC2-D8EA-8E13-7F7A4F91B738}"/>
              </a:ext>
            </a:extLst>
          </p:cNvPr>
          <p:cNvSpPr txBox="1"/>
          <p:nvPr/>
        </p:nvSpPr>
        <p:spPr>
          <a:xfrm>
            <a:off x="5096204" y="1109133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DAUD</a:t>
            </a:r>
            <a:endParaRPr lang="en-ID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94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A9F754-FA38-A140-1D9E-ACA6EB963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5" y="-90314"/>
            <a:ext cx="3228110" cy="25847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2BFE9D-A66A-96A5-4ECC-0B1162A659E8}"/>
              </a:ext>
            </a:extLst>
          </p:cNvPr>
          <p:cNvSpPr txBox="1"/>
          <p:nvPr/>
        </p:nvSpPr>
        <p:spPr>
          <a:xfrm>
            <a:off x="1122218" y="649596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YOSUA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9A414E-2022-2ACB-1935-C4B145826E6B}"/>
              </a:ext>
            </a:extLst>
          </p:cNvPr>
          <p:cNvSpPr/>
          <p:nvPr/>
        </p:nvSpPr>
        <p:spPr>
          <a:xfrm>
            <a:off x="554180" y="2494470"/>
            <a:ext cx="2479965" cy="595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5DEA5C-61BE-E969-CA13-575EF614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1" y="3408544"/>
            <a:ext cx="3228110" cy="25847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C30EB2-FFB7-5F58-E5ED-4CBDF81E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837" y="3429000"/>
            <a:ext cx="3228110" cy="25847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B12136-6E62-1962-57F2-55A0A2F0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4" y="3269675"/>
            <a:ext cx="3228110" cy="25847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04F0A1-B4EB-12FE-2B54-101FA3FAA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435" y="84044"/>
            <a:ext cx="3228110" cy="25847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BD2CC6-13D7-BD32-1547-2143C2E2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710" y="72932"/>
            <a:ext cx="3228110" cy="25847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D893F34-3606-1C4E-0785-4D58261CBEE5}"/>
              </a:ext>
            </a:extLst>
          </p:cNvPr>
          <p:cNvSpPr/>
          <p:nvPr/>
        </p:nvSpPr>
        <p:spPr>
          <a:xfrm>
            <a:off x="8617525" y="5933467"/>
            <a:ext cx="2479965" cy="595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5BE951-1238-4B23-656F-73A2178F2505}"/>
              </a:ext>
            </a:extLst>
          </p:cNvPr>
          <p:cNvSpPr/>
          <p:nvPr/>
        </p:nvSpPr>
        <p:spPr>
          <a:xfrm>
            <a:off x="4059381" y="5966273"/>
            <a:ext cx="2479965" cy="595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620114-2C12-51AE-DBD9-1CD6B100761D}"/>
              </a:ext>
            </a:extLst>
          </p:cNvPr>
          <p:cNvSpPr/>
          <p:nvPr/>
        </p:nvSpPr>
        <p:spPr>
          <a:xfrm>
            <a:off x="581889" y="5993330"/>
            <a:ext cx="2479965" cy="595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BDEAD6-0333-1C2E-6CDA-CC16FA5A417B}"/>
              </a:ext>
            </a:extLst>
          </p:cNvPr>
          <p:cNvSpPr/>
          <p:nvPr/>
        </p:nvSpPr>
        <p:spPr>
          <a:xfrm>
            <a:off x="4218710" y="2616806"/>
            <a:ext cx="2479965" cy="595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0D8BB8-F848-1A02-0692-3F1017E2FE9F}"/>
              </a:ext>
            </a:extLst>
          </p:cNvPr>
          <p:cNvSpPr/>
          <p:nvPr/>
        </p:nvSpPr>
        <p:spPr>
          <a:xfrm>
            <a:off x="8853057" y="2674582"/>
            <a:ext cx="2479965" cy="595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4D3F31-1915-D8D4-11E9-126C9BD18521}"/>
              </a:ext>
            </a:extLst>
          </p:cNvPr>
          <p:cNvSpPr txBox="1"/>
          <p:nvPr/>
        </p:nvSpPr>
        <p:spPr>
          <a:xfrm>
            <a:off x="9157854" y="4201719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YOSUA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3C4A4F-9BA5-D9E6-28EB-1B93DF9AD1DD}"/>
              </a:ext>
            </a:extLst>
          </p:cNvPr>
          <p:cNvSpPr txBox="1"/>
          <p:nvPr/>
        </p:nvSpPr>
        <p:spPr>
          <a:xfrm>
            <a:off x="4675907" y="4047353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YOSUA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E18FF1-B5EA-1EA4-2F7C-E11B602222F4}"/>
              </a:ext>
            </a:extLst>
          </p:cNvPr>
          <p:cNvSpPr txBox="1"/>
          <p:nvPr/>
        </p:nvSpPr>
        <p:spPr>
          <a:xfrm>
            <a:off x="9157854" y="704235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YOSUA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76CF87-86CC-F08E-527D-0AB3A9B365E3}"/>
              </a:ext>
            </a:extLst>
          </p:cNvPr>
          <p:cNvSpPr txBox="1"/>
          <p:nvPr/>
        </p:nvSpPr>
        <p:spPr>
          <a:xfrm>
            <a:off x="962892" y="3942266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YOSUA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5E4C03-D46A-ADBE-F05A-7AF151F8E984}"/>
              </a:ext>
            </a:extLst>
          </p:cNvPr>
          <p:cNvSpPr txBox="1"/>
          <p:nvPr/>
        </p:nvSpPr>
        <p:spPr>
          <a:xfrm>
            <a:off x="4835237" y="752853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YOSUA</a:t>
            </a:r>
            <a:endParaRPr lang="en-ID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1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C5AC27C0-082C-0B82-A137-993F0A97E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64" y="157994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AFFA29-8D5C-25C2-FCE8-D2084056BE84}"/>
              </a:ext>
            </a:extLst>
          </p:cNvPr>
          <p:cNvSpPr txBox="1"/>
          <p:nvPr/>
        </p:nvSpPr>
        <p:spPr>
          <a:xfrm>
            <a:off x="1093368" y="1156188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ESTER</a:t>
            </a:r>
            <a:endParaRPr lang="en-ID" sz="4000" dirty="0">
              <a:latin typeface="Algerian" panose="04020705040A02060702" pitchFamily="82" charset="0"/>
            </a:endParaRPr>
          </a:p>
        </p:txBody>
      </p:sp>
      <p:pic>
        <p:nvPicPr>
          <p:cNvPr id="5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ACC25C14-901F-FC11-CC89-24D85E179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430" y="3553025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F2895BE4-0807-1D1D-B686-443B74E41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64" y="3553025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D876020A-BDFA-F709-C366-EAF67DADA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310" y="3553025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82D7EFCA-6727-BB78-E48F-A4A1732ED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231" y="239788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90719164-22B8-E34E-928D-363552A16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310" y="239788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D9C509-492B-71F1-7311-EC3CE80EB316}"/>
              </a:ext>
            </a:extLst>
          </p:cNvPr>
          <p:cNvSpPr txBox="1"/>
          <p:nvPr/>
        </p:nvSpPr>
        <p:spPr>
          <a:xfrm>
            <a:off x="9339105" y="4551219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ESTER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208E4-534F-361F-B666-06E8A3FC6A47}"/>
              </a:ext>
            </a:extLst>
          </p:cNvPr>
          <p:cNvSpPr txBox="1"/>
          <p:nvPr/>
        </p:nvSpPr>
        <p:spPr>
          <a:xfrm>
            <a:off x="5292434" y="4551219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ESTER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2C9DAF-30DC-32DF-4880-432903D48DAA}"/>
              </a:ext>
            </a:extLst>
          </p:cNvPr>
          <p:cNvSpPr txBox="1"/>
          <p:nvPr/>
        </p:nvSpPr>
        <p:spPr>
          <a:xfrm>
            <a:off x="1093366" y="4551219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ESTER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85F7A-1D4B-C163-EBC1-0CAACD0ABD44}"/>
              </a:ext>
            </a:extLst>
          </p:cNvPr>
          <p:cNvSpPr txBox="1"/>
          <p:nvPr/>
        </p:nvSpPr>
        <p:spPr>
          <a:xfrm>
            <a:off x="9339105" y="1260735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ESTER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B2B64-2638-D5D1-BFC8-F59AC2974991}"/>
              </a:ext>
            </a:extLst>
          </p:cNvPr>
          <p:cNvSpPr txBox="1"/>
          <p:nvPr/>
        </p:nvSpPr>
        <p:spPr>
          <a:xfrm>
            <a:off x="5240479" y="1287140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ESTER</a:t>
            </a:r>
            <a:endParaRPr lang="en-ID" sz="4000" dirty="0">
              <a:latin typeface="Algerian" panose="04020705040A02060702" pitchFamily="8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A3976-3C40-3095-1EF9-01347C007602}"/>
              </a:ext>
            </a:extLst>
          </p:cNvPr>
          <p:cNvSpPr/>
          <p:nvPr/>
        </p:nvSpPr>
        <p:spPr>
          <a:xfrm>
            <a:off x="705438" y="2499746"/>
            <a:ext cx="2535382" cy="55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77FFBB-B5F0-C723-A877-32F83CD7357F}"/>
              </a:ext>
            </a:extLst>
          </p:cNvPr>
          <p:cNvSpPr/>
          <p:nvPr/>
        </p:nvSpPr>
        <p:spPr>
          <a:xfrm>
            <a:off x="4904506" y="5852547"/>
            <a:ext cx="2535382" cy="55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07DEE-318F-B60D-04ED-80C6D7EE6506}"/>
              </a:ext>
            </a:extLst>
          </p:cNvPr>
          <p:cNvSpPr/>
          <p:nvPr/>
        </p:nvSpPr>
        <p:spPr>
          <a:xfrm>
            <a:off x="8999664" y="5860474"/>
            <a:ext cx="2535382" cy="55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BE0F13-0E09-4586-FF94-403A1C892272}"/>
              </a:ext>
            </a:extLst>
          </p:cNvPr>
          <p:cNvSpPr/>
          <p:nvPr/>
        </p:nvSpPr>
        <p:spPr>
          <a:xfrm>
            <a:off x="705438" y="5860474"/>
            <a:ext cx="2535382" cy="55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E52800-CCAE-77E7-F7C0-663CF234535B}"/>
              </a:ext>
            </a:extLst>
          </p:cNvPr>
          <p:cNvSpPr/>
          <p:nvPr/>
        </p:nvSpPr>
        <p:spPr>
          <a:xfrm>
            <a:off x="8999664" y="2547238"/>
            <a:ext cx="2535382" cy="55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5FFD45-B399-4CB9-298D-5FB4C321B8A7}"/>
              </a:ext>
            </a:extLst>
          </p:cNvPr>
          <p:cNvSpPr/>
          <p:nvPr/>
        </p:nvSpPr>
        <p:spPr>
          <a:xfrm>
            <a:off x="4852551" y="2519528"/>
            <a:ext cx="2535382" cy="554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695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7FD1EF44-F6CA-EF86-5DA1-4281024BE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357136" y="598569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7FA8DA-0844-6C31-93F1-D6416876C504}"/>
              </a:ext>
            </a:extLst>
          </p:cNvPr>
          <p:cNvSpPr txBox="1"/>
          <p:nvPr/>
        </p:nvSpPr>
        <p:spPr>
          <a:xfrm>
            <a:off x="1047933" y="1357093"/>
            <a:ext cx="1814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pic>
        <p:nvPicPr>
          <p:cNvPr id="9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5E4FD5F8-3615-4E8C-B7CC-729F0059B2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4118258" y="3585744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5DE90759-1009-EE3B-5805-0906D6DCD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357136" y="3585744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41CB143F-4B9E-CE3F-E140-BD379AFAF5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4118257" y="598569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61E2D454-0C67-4D3A-5D29-789C391D0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7764994" y="598569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3C59ADAC-F146-889D-FEB2-BC0224150C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8032555" y="3585744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36925C-5AEB-C8CF-F79F-B5D09F6C6F07}"/>
              </a:ext>
            </a:extLst>
          </p:cNvPr>
          <p:cNvSpPr txBox="1"/>
          <p:nvPr/>
        </p:nvSpPr>
        <p:spPr>
          <a:xfrm>
            <a:off x="8672373" y="4439078"/>
            <a:ext cx="1814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2E3FFB-C0F2-8E25-AD68-13769C05AA2F}"/>
              </a:ext>
            </a:extLst>
          </p:cNvPr>
          <p:cNvSpPr txBox="1"/>
          <p:nvPr/>
        </p:nvSpPr>
        <p:spPr>
          <a:xfrm>
            <a:off x="8421648" y="1406236"/>
            <a:ext cx="1814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9D2A0-43D5-2872-AC39-DE0C82F16FA0}"/>
              </a:ext>
            </a:extLst>
          </p:cNvPr>
          <p:cNvSpPr txBox="1"/>
          <p:nvPr/>
        </p:nvSpPr>
        <p:spPr>
          <a:xfrm>
            <a:off x="4791944" y="4439078"/>
            <a:ext cx="1814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6AC275-B1B1-0E1C-A8B1-C008EBEEE7D6}"/>
              </a:ext>
            </a:extLst>
          </p:cNvPr>
          <p:cNvSpPr txBox="1"/>
          <p:nvPr/>
        </p:nvSpPr>
        <p:spPr>
          <a:xfrm>
            <a:off x="1128372" y="4439078"/>
            <a:ext cx="1814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1A243-BD04-3B24-7CF3-029838B9F924}"/>
              </a:ext>
            </a:extLst>
          </p:cNvPr>
          <p:cNvSpPr txBox="1"/>
          <p:nvPr/>
        </p:nvSpPr>
        <p:spPr>
          <a:xfrm flipH="1">
            <a:off x="4791944" y="1523999"/>
            <a:ext cx="1963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82808-F2B3-7302-C3BB-5DB799459B56}"/>
              </a:ext>
            </a:extLst>
          </p:cNvPr>
          <p:cNvSpPr/>
          <p:nvPr/>
        </p:nvSpPr>
        <p:spPr>
          <a:xfrm>
            <a:off x="8510443" y="5505131"/>
            <a:ext cx="2673927" cy="655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00E433-B214-2769-E813-61B8835569C1}"/>
              </a:ext>
            </a:extLst>
          </p:cNvPr>
          <p:cNvSpPr/>
          <p:nvPr/>
        </p:nvSpPr>
        <p:spPr>
          <a:xfrm>
            <a:off x="4596145" y="5505130"/>
            <a:ext cx="2673927" cy="655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153946-1291-B82D-01CF-6B8121D991A3}"/>
              </a:ext>
            </a:extLst>
          </p:cNvPr>
          <p:cNvSpPr/>
          <p:nvPr/>
        </p:nvSpPr>
        <p:spPr>
          <a:xfrm>
            <a:off x="698881" y="2495869"/>
            <a:ext cx="2673927" cy="655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104DF6-2DC9-D2F9-9373-E0FBBB4DCC14}"/>
              </a:ext>
            </a:extLst>
          </p:cNvPr>
          <p:cNvSpPr/>
          <p:nvPr/>
        </p:nvSpPr>
        <p:spPr>
          <a:xfrm>
            <a:off x="824145" y="5493980"/>
            <a:ext cx="2673927" cy="655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16CE24-3D17-B772-42F3-7AE299154559}"/>
              </a:ext>
            </a:extLst>
          </p:cNvPr>
          <p:cNvSpPr/>
          <p:nvPr/>
        </p:nvSpPr>
        <p:spPr>
          <a:xfrm>
            <a:off x="8225850" y="2564379"/>
            <a:ext cx="2673927" cy="655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C66AE6-C12F-22C2-0C63-1CECD37181DF}"/>
              </a:ext>
            </a:extLst>
          </p:cNvPr>
          <p:cNvSpPr/>
          <p:nvPr/>
        </p:nvSpPr>
        <p:spPr>
          <a:xfrm>
            <a:off x="4596146" y="2564380"/>
            <a:ext cx="2673927" cy="655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4268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7AFB1453-3EF7-8A6D-EBF1-A9E5B092F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92" y="286580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3E1AB6-BB7A-12C0-18CF-4A9EF023C81F}"/>
              </a:ext>
            </a:extLst>
          </p:cNvPr>
          <p:cNvSpPr txBox="1"/>
          <p:nvPr/>
        </p:nvSpPr>
        <p:spPr>
          <a:xfrm>
            <a:off x="1058348" y="740027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3AE72-8C4A-E88C-2B27-35428609D91F}"/>
              </a:ext>
            </a:extLst>
          </p:cNvPr>
          <p:cNvSpPr/>
          <p:nvPr/>
        </p:nvSpPr>
        <p:spPr>
          <a:xfrm>
            <a:off x="9029130" y="5532113"/>
            <a:ext cx="27323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1C2ABAA4-F7A1-AD49-40E1-23CA06618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296" y="3429000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C14EB1AD-7A28-FA5F-8859-B1016BC17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92" y="3429000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1B5BE163-7E25-01FB-5AC4-F0E4B5E27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95" y="356390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432F462A-325E-CFA9-E45D-DE0FC679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164" y="3242285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96FD6ACC-A7F1-C41C-0D1D-106E01C3A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117" y="268897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2A73A5-B050-7FFF-DA6D-BC024B84F590}"/>
              </a:ext>
            </a:extLst>
          </p:cNvPr>
          <p:cNvSpPr txBox="1"/>
          <p:nvPr/>
        </p:nvSpPr>
        <p:spPr>
          <a:xfrm>
            <a:off x="771581" y="3846477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D4DA74-F4C7-D500-CEC8-3CAD3EA79823}"/>
              </a:ext>
            </a:extLst>
          </p:cNvPr>
          <p:cNvSpPr txBox="1"/>
          <p:nvPr/>
        </p:nvSpPr>
        <p:spPr>
          <a:xfrm>
            <a:off x="9219958" y="3882446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88A7BA-EBFB-C1DF-3CA1-E04E8DF04010}"/>
              </a:ext>
            </a:extLst>
          </p:cNvPr>
          <p:cNvSpPr txBox="1"/>
          <p:nvPr/>
        </p:nvSpPr>
        <p:spPr>
          <a:xfrm>
            <a:off x="5025616" y="3882447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80C05-8C55-E0F3-0388-47DF6C442B0E}"/>
              </a:ext>
            </a:extLst>
          </p:cNvPr>
          <p:cNvSpPr txBox="1"/>
          <p:nvPr/>
        </p:nvSpPr>
        <p:spPr>
          <a:xfrm>
            <a:off x="8913875" y="851045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E08EE9-F364-FB15-E904-2F97531D74C7}"/>
              </a:ext>
            </a:extLst>
          </p:cNvPr>
          <p:cNvSpPr txBox="1"/>
          <p:nvPr/>
        </p:nvSpPr>
        <p:spPr>
          <a:xfrm>
            <a:off x="4890013" y="839895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79D55-DD80-10EE-D791-CEF7A05605FA}"/>
              </a:ext>
            </a:extLst>
          </p:cNvPr>
          <p:cNvSpPr/>
          <p:nvPr/>
        </p:nvSpPr>
        <p:spPr>
          <a:xfrm>
            <a:off x="607042" y="2308152"/>
            <a:ext cx="27323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276DE8-4F23-0811-BACA-952034A5E2D8}"/>
              </a:ext>
            </a:extLst>
          </p:cNvPr>
          <p:cNvSpPr/>
          <p:nvPr/>
        </p:nvSpPr>
        <p:spPr>
          <a:xfrm>
            <a:off x="4712363" y="5532113"/>
            <a:ext cx="27323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C7C758-469A-DAC4-0631-1EBED5A11012}"/>
              </a:ext>
            </a:extLst>
          </p:cNvPr>
          <p:cNvSpPr/>
          <p:nvPr/>
        </p:nvSpPr>
        <p:spPr>
          <a:xfrm>
            <a:off x="532357" y="5441841"/>
            <a:ext cx="27323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04ED5-6625-4F44-0D0E-6003C51290DB}"/>
              </a:ext>
            </a:extLst>
          </p:cNvPr>
          <p:cNvSpPr/>
          <p:nvPr/>
        </p:nvSpPr>
        <p:spPr>
          <a:xfrm>
            <a:off x="8826671" y="2329221"/>
            <a:ext cx="27323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CC7C-112B-1AFC-B7C7-F3CEEE8E3624}"/>
              </a:ext>
            </a:extLst>
          </p:cNvPr>
          <p:cNvSpPr/>
          <p:nvPr/>
        </p:nvSpPr>
        <p:spPr>
          <a:xfrm>
            <a:off x="4576761" y="2361170"/>
            <a:ext cx="273239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045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artoon Log Stock Vector (Royalty Free) 726869692 | Shutterstock">
            <a:extLst>
              <a:ext uri="{FF2B5EF4-FFF2-40B4-BE49-F238E27FC236}">
                <a16:creationId xmlns:a16="http://schemas.microsoft.com/office/drawing/2014/main" id="{FBC6A3E0-34E2-737E-AC34-76008936A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8" b="26376"/>
          <a:stretch>
            <a:fillRect/>
          </a:stretch>
        </p:blipFill>
        <p:spPr bwMode="auto">
          <a:xfrm>
            <a:off x="357136" y="598569"/>
            <a:ext cx="3629704" cy="201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ree Png Download Book Outline Png Images Background, Transparent Png ...">
            <a:extLst>
              <a:ext uri="{FF2B5EF4-FFF2-40B4-BE49-F238E27FC236}">
                <a16:creationId xmlns:a16="http://schemas.microsoft.com/office/drawing/2014/main" id="{618230B9-FADE-9F33-DAD6-9B9194376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296" y="598569"/>
            <a:ext cx="3589408" cy="219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Coloriage - Couronne de reine | Coloriages à imprimer gratuits en 2023 ...">
            <a:extLst>
              <a:ext uri="{FF2B5EF4-FFF2-40B4-BE49-F238E27FC236}">
                <a16:creationId xmlns:a16="http://schemas.microsoft.com/office/drawing/2014/main" id="{4921A554-BBF2-8044-D464-4C52022E5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327" y="367098"/>
            <a:ext cx="3253537" cy="199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A987BF-B58A-02EB-7A1A-4D4FE3D09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35" y="3207541"/>
            <a:ext cx="3228110" cy="2584786"/>
          </a:xfrm>
          <a:prstGeom prst="rect">
            <a:avLst/>
          </a:prstGeom>
        </p:spPr>
      </p:pic>
      <p:pic>
        <p:nvPicPr>
          <p:cNvPr id="8" name="Picture 2" descr="Premium Vector | Cat cartoon animal cute kawaii doodle coloring page ...">
            <a:extLst>
              <a:ext uri="{FF2B5EF4-FFF2-40B4-BE49-F238E27FC236}">
                <a16:creationId xmlns:a16="http://schemas.microsoft.com/office/drawing/2014/main" id="{D80994DF-AF7A-DA77-30BC-C52A1CE1D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065" y="3020296"/>
            <a:ext cx="3305639" cy="307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CD9AD5-5C13-7363-D06D-47AF70676744}"/>
              </a:ext>
            </a:extLst>
          </p:cNvPr>
          <p:cNvSpPr txBox="1"/>
          <p:nvPr/>
        </p:nvSpPr>
        <p:spPr>
          <a:xfrm>
            <a:off x="5264727" y="4071352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DAUD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3295F-0072-AC8B-6A5E-ACDA5CFE4584}"/>
              </a:ext>
            </a:extLst>
          </p:cNvPr>
          <p:cNvSpPr txBox="1"/>
          <p:nvPr/>
        </p:nvSpPr>
        <p:spPr>
          <a:xfrm>
            <a:off x="4901169" y="986249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SAMUEL</a:t>
            </a:r>
            <a:endParaRPr lang="en-ID" sz="3600" b="1" dirty="0">
              <a:latin typeface="Algerian" panose="04020705040A02060702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7525F8-1C5E-CA5A-A062-6AA71948C913}"/>
              </a:ext>
            </a:extLst>
          </p:cNvPr>
          <p:cNvSpPr txBox="1"/>
          <p:nvPr/>
        </p:nvSpPr>
        <p:spPr>
          <a:xfrm>
            <a:off x="1096580" y="1278637"/>
            <a:ext cx="1814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YUSUF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E74EB-BAB4-91CD-8702-2DF2D4E3884D}"/>
              </a:ext>
            </a:extLst>
          </p:cNvPr>
          <p:cNvSpPr txBox="1"/>
          <p:nvPr/>
        </p:nvSpPr>
        <p:spPr>
          <a:xfrm>
            <a:off x="9328331" y="1344404"/>
            <a:ext cx="175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ESTER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00049-EDA5-FE6F-06EE-FC6FC37A23FC}"/>
              </a:ext>
            </a:extLst>
          </p:cNvPr>
          <p:cNvSpPr txBox="1"/>
          <p:nvPr/>
        </p:nvSpPr>
        <p:spPr>
          <a:xfrm>
            <a:off x="1225717" y="3849223"/>
            <a:ext cx="193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lgerian" panose="04020705040A02060702" pitchFamily="82" charset="0"/>
              </a:rPr>
              <a:t>YOSUA</a:t>
            </a:r>
            <a:endParaRPr lang="en-ID" sz="4000" b="1" dirty="0">
              <a:latin typeface="Algerian" panose="04020705040A02060702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E7B0B-65F9-702D-DE72-F5C0ED49B8D3}"/>
              </a:ext>
            </a:extLst>
          </p:cNvPr>
          <p:cNvSpPr/>
          <p:nvPr/>
        </p:nvSpPr>
        <p:spPr>
          <a:xfrm>
            <a:off x="795390" y="2635148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C25E41-5C31-6AF2-90ED-8C8168B49BDE}"/>
              </a:ext>
            </a:extLst>
          </p:cNvPr>
          <p:cNvSpPr/>
          <p:nvPr/>
        </p:nvSpPr>
        <p:spPr>
          <a:xfrm>
            <a:off x="803218" y="5816667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BC6A12-ED7A-5E52-A301-EFE06D447331}"/>
              </a:ext>
            </a:extLst>
          </p:cNvPr>
          <p:cNvSpPr/>
          <p:nvPr/>
        </p:nvSpPr>
        <p:spPr>
          <a:xfrm>
            <a:off x="4824845" y="5749881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6885B1-7BA2-CC13-AAB4-746819D23C8A}"/>
              </a:ext>
            </a:extLst>
          </p:cNvPr>
          <p:cNvSpPr/>
          <p:nvPr/>
        </p:nvSpPr>
        <p:spPr>
          <a:xfrm>
            <a:off x="8972677" y="2596468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D06A3A-1F48-B751-F37E-862D4B17E2AE}"/>
              </a:ext>
            </a:extLst>
          </p:cNvPr>
          <p:cNvSpPr/>
          <p:nvPr/>
        </p:nvSpPr>
        <p:spPr>
          <a:xfrm>
            <a:off x="4916413" y="2579682"/>
            <a:ext cx="2542310" cy="566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4998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35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raissaelisabethriyanti@gmail.com</dc:creator>
  <cp:lastModifiedBy>raissaelisabethriyanti@gmail.com</cp:lastModifiedBy>
  <cp:revision>2</cp:revision>
  <dcterms:created xsi:type="dcterms:W3CDTF">2025-07-08T08:53:11Z</dcterms:created>
  <dcterms:modified xsi:type="dcterms:W3CDTF">2025-07-08T10:07:19Z</dcterms:modified>
</cp:coreProperties>
</file>